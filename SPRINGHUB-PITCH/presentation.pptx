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SPRINGHUB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84C7"/>
                </a:solidFill>
              </a:rPr>
              <a:t>Community-Driven Spring Restoration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Full-Stack Portfolio · Ayatullah Reza Chalid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Next.js · PostgreSQL · Redis · Docker · Xendit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SpringHub Portfolio · Ayatullah Reza Chalid · 1/14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5"/>
                </a:solidFill>
              </a:rPr>
              <a:t>THE BIG PICTURE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F15"/>
                </a:solidFill>
              </a:rPr>
              <a:t>Masalah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70% mata air Indonesia terancam kritis. Erosi, alih fungsi lahan, dan tidak ada data terpusat membuat upaya restorasi sulit dilakukan secara terukur.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F15"/>
                </a:solidFill>
              </a:rPr>
              <a:t>Solusi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Platform berbasis komunitas yang memungkinkan siapa pun melaporkan kondisi mata air, mendapatkan poin, mendanai proyek restorasi, dan memantau dampak secara transparan.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F15"/>
                </a:solidFill>
              </a:rPr>
              <a:t>Dampak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1072591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✅ Warga bisa melaporkan kondisi mata air dalam 5 menit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✅ Setiap laporan diverifikasi +24 jam oleh admin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✅ Donasi tersalurkan langsung ke proyek spesifik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✅ Poin &amp; reward system untuk volunteer aktif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✅ Peta interaktif real-time untuk monitoring publik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SpringHub Portfolio · Ayatullah Reza Chalid · 2/14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5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286000" cy="1280160"/>
          </a:xfrm>
          <a:prstGeom prst="roundRect">
            <a:avLst>
              <a:gd name="adj" fmla="val 571429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Cloudflare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DNS · Proxy · WAF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0" y="1463040"/>
            <a:ext cx="2286000" cy="1280160"/>
          </a:xfrm>
          <a:prstGeom prst="roundRect">
            <a:avLst>
              <a:gd name="adj" fmla="val 571429"/>
            </a:avLst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Nginx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6324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Reverse Proxy · SSL · Rate Limit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2286000" cy="1280160"/>
          </a:xfrm>
          <a:prstGeom prst="roundRect">
            <a:avLst>
              <a:gd name="adj" fmla="val 571429"/>
            </a:avLst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Next.js 14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8076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App Router · SSR · 54 API Routes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0" y="1463040"/>
            <a:ext cx="2286000" cy="1280160"/>
          </a:xfrm>
          <a:prstGeom prst="roundRect">
            <a:avLst>
              <a:gd name="adj" fmla="val 571429"/>
            </a:avLst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PostgreSQL 16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2396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Prisma ORM · 16 Models · RLS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286000" cy="1280160"/>
          </a:xfrm>
          <a:prstGeom prst="roundRect">
            <a:avLst>
              <a:gd name="adj" fmla="val 571429"/>
            </a:avLst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Redis 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Cache · Queue · Rate Limit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0" y="3200400"/>
            <a:ext cx="2286000" cy="1280160"/>
          </a:xfrm>
          <a:prstGeom prst="roundRect">
            <a:avLst>
              <a:gd name="adj" fmla="val 571429"/>
            </a:avLst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BullMQ Worker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06324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Email · Sync · Points Engine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3200400"/>
            <a:ext cx="2286000" cy="1280160"/>
          </a:xfrm>
          <a:prstGeom prst="roundRect">
            <a:avLst>
              <a:gd name="adj" fmla="val 571429"/>
            </a:avLst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Docker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8076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 Containers · Healthcheck · Compose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686800" y="3200400"/>
            <a:ext cx="2286000" cy="1280160"/>
          </a:xfrm>
          <a:prstGeom prst="roundRect">
            <a:avLst>
              <a:gd name="adj" fmla="val 571429"/>
            </a:avLst>
          </a:pr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Xendit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2396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Invoice · Webhook · HMAC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0F15"/>
                </a:solidFill>
              </a:rPr>
              <a:t>Browser → Cloudflare  →  → Nginx (443)  →  → Next.js SSR  →  → PostgreSQL/Redis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SpringHub Portfolio · Ayatullah Reza Chalid · 3/14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5"/>
                </a:solidFill>
              </a:rPr>
              <a:t>BACKEND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SpringHub Portfolio · Ayatullah Reza Chalid · 4/14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5"/>
                </a:solidFill>
              </a:rPr>
              <a:t>FRONTEND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endParaRPr lang="en-US" dirty="0"/>
          </a:p>
        </p:txBody>
      </p:sp>
      <p:pic>
        <p:nvPicPr>
          <p:cNvPr id="5" name="Image 0" descr="/root/springhub/SPRINGHUB-PITCH/screenshots/landing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71600"/>
            <a:ext cx="502920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SpringHub Portfolio · Ayatullah Reza Chalid · 5/14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5"/>
                </a:solidFill>
              </a:rPr>
              <a:t>FITUR UTAMA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SpringHub Portfolio · Ayatullah Reza Chalid · 6/14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5"/>
                </a:solidFill>
              </a:rPr>
              <a:t>KEAMANAN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spcAft>
                <a:spcPts val="5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000"/>
              </a:lnSpc>
              <a:spcAft>
                <a:spcPts val="5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000"/>
              </a:lnSpc>
              <a:spcAft>
                <a:spcPts val="5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000"/>
              </a:lnSpc>
              <a:spcAft>
                <a:spcPts val="5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000"/>
              </a:lnSpc>
              <a:spcAft>
                <a:spcPts val="5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000"/>
              </a:lnSpc>
              <a:spcAft>
                <a:spcPts val="5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000"/>
              </a:lnSpc>
              <a:spcAft>
                <a:spcPts val="5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000"/>
              </a:lnSpc>
              <a:spcAft>
                <a:spcPts val="5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SpringHub Portfolio · Ayatullah Reza Chalid · 7/14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5"/>
                </a:solidFill>
              </a:rPr>
              <a:t>INFRASTRUKTUR &amp; DEVOPS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Hostinger VPS → Docker Compose → 5 container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Cloudflare: DNS, proxy, WAF, SSL termination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Nginx: reverse proxy, rate limiting, caching, security headers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PostgreSQL: connection pooling (PgBouncer), daily pg_dump backup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Redis: requirepass, session cache, BullMQ queue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fail2ban: DOCKER-NGINX jail untuk blocking IP abuse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Healthcheck: Docker HEALTHCHECK tiap container + heartbeat monitoring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Backup: cron daily 3am pg_dump, rotated 7 hari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5303520"/>
            <a:ext cx="10725912" cy="7315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3949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</a:rPr>
              <a:t>CI/CD: push ke GitHub → docker compose build → compose up -d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SpringHub Portfolio · Ayatullah Reza Chalid · 8/14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5"/>
                </a:solidFill>
              </a:rPr>
              <a:t>SCREENSHOTS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0284C7"/>
          </a:solidFill>
          <a:ln/>
        </p:spPr>
      </p:sp>
      <p:pic>
        <p:nvPicPr>
          <p:cNvPr id="4" name="Image 0" descr="/root/springhub/SPRINGHUB-PITCH/screenshots/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47472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Admin Dashboard</a:t>
            </a:r>
            <a:endParaRPr lang="en-US" sz="800" dirty="0"/>
          </a:p>
        </p:txBody>
      </p:sp>
      <p:pic>
        <p:nvPicPr>
          <p:cNvPr id="6" name="Image 1" descr="/root/springhub/SPRINGHUB-PITCH/screenshots/admin-projec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347472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624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Admin — Projects</a:t>
            </a:r>
            <a:endParaRPr lang="en-US" sz="800" dirty="0"/>
          </a:p>
        </p:txBody>
      </p:sp>
      <p:pic>
        <p:nvPicPr>
          <p:cNvPr id="8" name="Image 2" descr="/root/springhub/SPRINGHUB-PITCH/screenshots/route-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371600"/>
            <a:ext cx="3657600" cy="2286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552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API Route Map</a:t>
            </a:r>
            <a:endParaRPr lang="en-US" sz="800" dirty="0"/>
          </a:p>
        </p:txBody>
      </p:sp>
      <p:pic>
        <p:nvPicPr>
          <p:cNvPr id="10" name="Image 3" descr="/root/springhub/SPRINGHUB-PITCH/screenshots/projects-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31920"/>
            <a:ext cx="3474720" cy="2286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7200" y="5943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Projects List</a:t>
            </a:r>
            <a:endParaRPr lang="en-US" sz="800" dirty="0"/>
          </a:p>
        </p:txBody>
      </p:sp>
      <p:pic>
        <p:nvPicPr>
          <p:cNvPr id="12" name="Image 4" descr="/root/springhub/SPRINGHUB-PITCH/screenshots/project-det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3931920"/>
            <a:ext cx="3474720" cy="2286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206240" y="5943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Project Detail</a:t>
            </a:r>
            <a:endParaRPr lang="en-US" sz="800" dirty="0"/>
          </a:p>
        </p:txBody>
      </p:sp>
      <p:pic>
        <p:nvPicPr>
          <p:cNvPr id="14" name="Image 5" descr="/root/springhub/SPRINGHUB-PITCH/screenshots/landing-aksi-nya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3931920"/>
            <a:ext cx="3657600" cy="22860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95528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Featured + Donate</a:t>
            </a:r>
            <a:endParaRPr lang="en-US" sz="800" dirty="0"/>
          </a:p>
        </p:txBody>
      </p:sp>
      <p:sp>
        <p:nvSpPr>
          <p:cNvPr id="16" name="Text 8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SpringHub Portfolio · Ayatullah Reza Chalid · 9/14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5"/>
                </a:solidFill>
              </a:rPr>
              <a:t>DATABASE SCHEMA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Profile (22) — User, roles, points, trust score, 2FA secret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Report (11) — Field data, snapped+precise location, status, photos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Project (16) — Title, goal, raised, likes, status, contact info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Donation (12) — Amount, tier, status, Xendit invoice, project FK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PointsLog (6) — Amount, reason, metadata, user FK + report FK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Comment (4) — Text, user FK, project FK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Like (4) — User FK, project FK (unique constraint)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Notification (7) — Type, message, isRead, user FK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Course + Module (8) — Slug, title, modules, progress tracking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Form + Field — Dynamic forms, field types, map type FK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ContentBlock — CMS sections: media, projects, stats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AppError — Error logging, level, source, stack, read status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SpringHub Portfolio · Ayatullah Reza Chalid · 10/14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API SURFACE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2926080" cy="502920"/>
          </a:xfrm>
          <a:prstGeom prst="roundRect">
            <a:avLst>
              <a:gd name="adj" fmla="val 727273"/>
            </a:avLst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447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 (7)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0" y="1444752"/>
            <a:ext cx="7525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login, register, logout, me, forgot/reset, claim-guest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2926080" cy="502920"/>
          </a:xfrm>
          <a:prstGeom prst="roundRect">
            <a:avLst>
              <a:gd name="adj" fmla="val 727273"/>
            </a:avLst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305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Projects (4)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2130552"/>
            <a:ext cx="7525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GET list, GET detail, POST create, POST like, comments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2926080" cy="502920"/>
          </a:xfrm>
          <a:prstGeom prst="roundRect">
            <a:avLst>
              <a:gd name="adj" fmla="val 727273"/>
            </a:avLst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16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Donations (2)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2816352"/>
            <a:ext cx="7525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POST invoice (CSRF), POST webhook (HMAC)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2926080" cy="502920"/>
          </a:xfrm>
          <a:prstGeom prst="roundRect">
            <a:avLst>
              <a:gd name="adj" fmla="val 727273"/>
            </a:avLst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021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Reports (6)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3502152"/>
            <a:ext cx="7525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GET/POST reports, upload/delete photos, forms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2926080" cy="502920"/>
          </a:xfrm>
          <a:prstGeom prst="roundRect">
            <a:avLst>
              <a:gd name="adj" fmla="val 727273"/>
            </a:avLst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879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Courses (3)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4187952"/>
            <a:ext cx="7525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GET courses, GET detail, PUT progress + points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800600"/>
            <a:ext cx="2926080" cy="502920"/>
          </a:xfrm>
          <a:prstGeom prst="roundRect">
            <a:avLst>
              <a:gd name="adj" fmla="val 727273"/>
            </a:avLst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8737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Public (14)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4873752"/>
            <a:ext cx="7525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map, spring, gallery, leaderboard, dashboard, newsletter, feedback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5486400"/>
            <a:ext cx="2926080" cy="502920"/>
          </a:xfrm>
          <a:prstGeom prst="roundRect">
            <a:avLst>
              <a:gd name="adj" fmla="val 727273"/>
            </a:avLst>
          </a:prstGeom>
          <a:solidFill>
            <a:srgbClr val="0284C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5595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(25)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5559552"/>
            <a:ext cx="7525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CRUD users, reports, forms, courses, content, points, map, export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SpringHub Portfolio · Ayatullah Reza Chalid · 11/14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5"/>
                </a:solidFill>
              </a:rPr>
              <a:t>CHALLENGES &amp;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SpringHub Portfolio · Ayatullah Reza Chalid · 12/14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5"/>
                </a:solidFill>
              </a:rPr>
              <a:t>TESTING &amp; QUALITY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[object Object],[object Object]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5029200"/>
            <a:ext cx="10725912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CI: GitHub push → Docker build → typecheck → lint → deploy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SpringHub Portfolio · Ayatullah Reza Chalid · 13/14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TERIMA KASIH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84C7"/>
                </a:solidFill>
              </a:rPr>
              <a:t>Built with passion for Indonesia's water security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Ayatullah Reza Chalid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Full-Stack Engineer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Live: springhub.id  ·  GitHub: github.com/Ayatull4h/springhub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SpringHub Portfolio · Ayatullah Reza Chalid · 14/14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2026-07-10T10:19:07Z</dcterms:created>
  <dcterms:modified xsi:type="dcterms:W3CDTF">2026-07-10T10:19:07Z</dcterms:modified>
</cp:coreProperties>
</file>